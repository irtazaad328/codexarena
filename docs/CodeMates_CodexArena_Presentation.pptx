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411480"/>
          </a:xfrm>
          <a:prstGeom prst="roundRect">
            <a:avLst/>
          </a:prstGeom>
          <a:solidFill>
            <a:srgbClr val="272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IBM BOB 2.0 HACKATHON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⚔️ CodexArena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8BDF8"/>
                </a:solidFill>
              </a:defRPr>
            </a:pPr>
            <a:r>
              <a:t>Autonomous Adversarial Chaos &amp; Self-Healing Engine for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1A1AA"/>
                </a:solidFill>
              </a:defRPr>
            </a:pPr>
            <a:r>
              <a:t>Transforming AI from a passive code generator into an active cyber-resilience engineer that autonomously stress-tests, breaks, synthesizes atomic row-level hot-patches, and certifies 100%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🔴 Red Agent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50-concurrent TOCTOU &amp; invariant chaos attacker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🔵 Blue Agent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Autonomous telemetry analyzer &amp; on-disk hot-patcher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📜 Tamper-Proof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Cryptographic SHA-256 resilience certification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Built by Team CodeMates (irtazaad328)  •  Powered by IBM Bob 2.0 &amp; FastMCP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01 / THE HIDDEN PRODUCTION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Current CI/CD Pipelines Fail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[01]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Single-Threaded Blindspot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Unit tests execute in sequential, isolated memory with mock databases. They never reproduce the chaotic multi-threaded conditions, lock contention, or race windows of live production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[02]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Silent Invariant Violations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Critical bugs like TOCTOU (Time-of-Check to Time-of-Use), negative balance drains, and duplicate replay exploits slip past linters because every single line of code looks syntactically innocent.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[03]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Billion-Dollar Disasters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From multi-billion dollar outages like CrowdStrike to decentralized financial double-spends, production failures cost millions before developers can even locate the root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 /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Autonomous Dual-Agent Digital Colosseum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8BDF8"/>
                </a:solidFill>
              </a:defRPr>
            </a:pPr>
            <a:r>
              <a:t>Drop any Python microservice into targets/ folder. CodexArena autonomously pits attacker against healer.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🔴 Red Agent (Hostile Adversary)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50-concurrent request bursts exploiting TOCTOU read/write window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Negative balance injections creating ghost treasury overdrafts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Self-transfer balance doubling invariant violations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High-velocity idempotency replay attacks bypassing trace IDs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Simulates real-world hostile assault with millisecond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🔵 Blue Agent (Autonomous Healer)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Intercepts crash telemetry, balance drift, and corrupted state dumps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Pinpoints non-atomic read/write split &amp; missing invariant checks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Synthesizes precision atomic row-level SQL &amp; idempotency cache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Applies hot-patches directly to target files on disk (zero restart)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Re-launches adversarial battle to mathematically prove 100%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03 / THE ENGINE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Orchestrated via Model Context Protocol (FastMCP)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5 Custom FastMCP Tools Registered in .bob/mcp.json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launch_arena_battle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Commands Red Agent to unleash multi-threaded exploit burst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get_crash_telemetry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Extracts balance drift, corrupted account IDs, and stack traces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apply_hot_patch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Blue Agent writes atomic UPDATE locks &amp; patches files on disk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verify_resilience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Executes immediate secondary assault to verify 100% immunity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export_resilience_certificate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Issues cryptographically signed JSON &amp; printable PDF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IBM Bob Verified Benchmarks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242.8k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Context Tokens Processed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Handled massive multi-vector telemetry across 270k window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25 / 25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Multi-Step Tasks Completed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100% task execution success rate without losing state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31.64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Bobcoins Consumed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Optimal reasoning-to-token efficiency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Task ID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4d6a28e9ae59ca14...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Full session recorded in bob_sessions/ 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04 /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Cyber War-Room Cockpit &amp; Cryptographic Certification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War-Room Cockpit Features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📡 Real-Time Combat Feed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Server-Sent Events (SSE) stream live attack latencies, overdrafts, and patch actions at sub-millisecond speeds.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🎯 Dynamic 0-100% Resilience Gauge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Instant visual feedback as balance drift drops resilience to 0% and verified healing restores 100% immunity.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🔍 Syntax-Highlighted Diff Viewer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Inspects generated atomic SQL row locks and invariant guards side-by-side in real-time.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🔒 Tamper-Proof Resilience Certificate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Issues cryptographic SHA-256 signed audit report with hardened file inventory, ready for compliance.</a:t>
            </a:r>
          </a:p>
        </p:txBody>
      </p:sp>
      <p:pic>
        <p:nvPicPr>
          <p:cNvPr id="6" name="Picture 5" descr="war_room_cer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035040" cy="27758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05 / VISION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Future of Autonomous Cyber-Resilience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$0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Zero-Day Financial Losses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Completely eliminates financial double-spending, ghost overdrafts, and negative balance exploits prior to production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&lt; 3s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Mean Time To Remediation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Reduces incident response from hours of manual code debugging to autonomous telemetry analysis and on-disk verification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A855F7"/>
                </a:solidFill>
              </a:defRPr>
            </a:pPr>
            <a:r>
              <a:t>Multi-Lang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Extensible Roadmap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Extending the dual-agent colosseum from Python microservices to Go, Rust, and Solidity/EVM financial smart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8181B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"AI shouldn't just autocomplete code — it should actively defend it."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CodexArena × IBM Bob 2.0  •  Ready for Enterprise CI/CD DevSecOps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